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bazz19/bits-dissertati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</a:defRPr>
            </a:pPr>
            <a:r>
              <a:rPr dirty="0"/>
              <a:t>BITS Pilani · CCZG628T Dissertation · End-Semester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Resume Screening</a:t>
            </a:r>
            <a:br/>
            <a:r>
              <a:t>and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An NLP-driven pipeline for automated candidate evaluation, intelligent job matching,</a:t>
            </a:r>
            <a:br/>
            <a:r>
              <a:t>decision-driven email notifications, and personalised learning path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7284" y="5303520"/>
            <a:ext cx="4009431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rPr dirty="0"/>
              <a:t>Soumik Basu  |  2024MT03102  |  MTech Cloud Computing – WILP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 dirty="0"/>
              <a:t>Supervisor: Greta Ghosh  |  Date: 15th May 2026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 sz="1100" b="1" dirty="0">
                <a:solidFill>
                  <a:srgbClr val="22D3EE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https://github.com/mikbazz19/bits-dissertation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01  |  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Why Automated Resume Screening?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Manual screening is slow, inconsistent, and biased — yet it remains the industry norm.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250+ applications per corporate job posting (LinkedIn/SHRM)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6–7 seconds average recruiter time per resume (Ladders, 2018)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27 million US workers screened out by ATS keyword mismatch (Harvard, 2021)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75% qualified candidates rejected before human review (Ceridian)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This system addresses: Speed · Consistency · Bidirectional Value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Serves both recruiters (shortlisting) AND candidates (gap report + email)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02  | 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11 Core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Each objective maps directly to a system module or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O1: Multi-format parsing (PDF/DOCX/TXT/OCR)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O2: Information extraction (name, skills, exp, edu)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O3: Job description analysis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O4: Configurable weighted matching + explainability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O5: Gap analysis with learning paths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O6: Interactive Streamlit web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O7: Batch processing (up to 10 resumes)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O8: Analytics dashboard + quality scoring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O9: Decision-driven email (Accept/Reject/Review)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O10: Unit testing (42+ pytest tests)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O11: Evaluation (P/R/F1 on 10 pairs, Spearman's 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03  |  REVIEW OF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Prior Work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6 academic papers + 5 commercial tools surveyed. No system covers the full feature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Academic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Faliagka (2012): ML + Semantic Web → domain-specific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Maheshwary &amp; Misra (2018): TF-IDF → no gap analysis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Luo (2019): BERT → expensive, large corpus needed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Roy (2020): spaCy NER → no OCR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Zhang &amp; Wang (2021): GNN → structured data only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Gugnani &amp; Misra (2020): LSTM+CRF → no usable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t>This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RESEARCH GAP FILLED: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Open-source &amp; transparent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Multi-modal input (OCR)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Configurable matching + explainability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Batch processing + analytics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Gap analysis + learning paths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Decision-driven email dispatch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Privacy-preserving (100% local)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04  |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Six-Layer Modular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Typed interfaces (dataclasses). Each layer communicates only with adjacent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UI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031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Streamlit (4 Tabs · Single + Batch · Theme · Sidebar)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7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Data 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852927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ResumeParser · OCRProcessor · JDParser · TextPreprocessor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02735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923C"/>
                </a:solidFill>
              </a:defRPr>
            </a:pPr>
            <a:r>
              <a:t>Extraction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602735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EntityExtractor · SkillExtractor · ExperienceExtractor · Skills DB (118)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52544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7171"/>
                </a:solidFill>
              </a:defRPr>
            </a:pPr>
            <a:r>
              <a:t>Matching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52544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JobMatcher (configurable weights) · SimilarityCalculator · Hard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0235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78BFA"/>
                </a:solidFill>
              </a:defRPr>
            </a:pPr>
            <a:r>
              <a:t>Analysis &amp;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102352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GapAnalyzer · ReportGenerator · Analytics · EmailSender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59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Data &amp; 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852159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Config · Data Models · Sample Data · Evaluation Package (10 pairs)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923C"/>
                </a:solidFill>
              </a:defRPr>
            </a:pPr>
            <a:r>
              <a:t>05  |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Matching Algorithm &amp; Decision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Configurable weighted scoring with hard filters, confidence factor, and 3-outcome classification.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Overall = w_skills × Skill + w_exp × Experience + w_edu × Education × Confidence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Default weights: Skills 50% · Experience 30% · Education 20%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Skill Score = 0.70 × (matched_req/total_req) + 0.30 × (matched_pref/total_pref)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Experience Score = min(1.0, candidate_years / required_years)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Education Score = 1.0 (match) | 0.5 (any degree) | 0.0 (none)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Decision Thresholds: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≥ 75%  →  ACCEPT (strong match)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60–74% →  REVIEW (human evaluation needed)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&lt; 60%  →  REJECT (weak match)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Hard Filters: min experience | mandatory skills | overqualification (&gt;3 yr)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Fairness: ±5 pts of threshold → advisory for human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06  |  KEY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Complete 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16 modules: parsing, extraction, matching, analysis, email, analytics,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Data Parsing (PDF/DOCX/TXT/OCR)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Entity Extraction (name, email, phone, edu, certs)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Skill Extraction (118 skills, 8 categories)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Experience Extraction (date parsing, duration)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OCR Processing (Tesseract + OpenCV pipeline)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Matching Engine (weighted + hard filters)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Gap Analyzer (skill/exp/edu + learning path)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Report Generator (Screening/Gap/Comparison PDF)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Email Sender (SMTP TLS/SSL, 3 scenarios)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Batch Processing (up to 10 resumes)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Analytics Dashboard (quality score, charts)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Configurable Weights (sidebar sliders)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Explainability Panel ('Why this score?')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Hard Filters + Confidence Factor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Web Application (Streamlit, 4 tabs)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Data Models + Configuration (dataclasses)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</a:defRPr>
            </a:pPr>
            <a:r>
              <a:t>07  |  EMAIL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Decision-Driven Email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Three scenarios triggered by the matching decision — context-aware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ACCEPT — Notify candidate of selection; facilitate interview scheduling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Subject: 'Congratulations! Interview Invitation for [Role]'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Body: Selection confirmation + next steps + scheduling link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REJECT — Communicate outcome with reasons; attach gap analysis report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Subject: 'Application Update for [Role]'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Body: Polite rejection + specific gaps + attached PDF gap report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Value: Helps candidate for professional development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REVIEW — Escalate borderline candidates to hiring manager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Subject: 'Review Required: [Candidate] for [Role]'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 → Body: Summary dossier (score breakdown, matched skills, borderline reason)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Technical: SMTP TLS (587) / SSL (465) · Gmail/Outlook/Yahoo · MIME attachments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08  |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Quantitative Results — 10 Resume–JD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Expanded from mid-semester's 2 resumes to 10 resume–JD pairs (9 unique annotated resumes).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EXTRACTION F1-SCORES (per module):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Email: 1.00  |  Name: 1.00  |  Phone: 1.00  |  Education: 1.00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Skill: 0.86  |  Experience: 0.83  |  Certification: 0.75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MACRO F1 AVERAGE = 0.7981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MATCHING METRICS: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Spearman's ρ (rank correlation) = 0.9429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Shortlisting Accuracy = 81.82% (9/11 correct)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Mean Absolute Error = 10.56 pts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WHY F1 AS PRIMARY METRIC?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Balances precision (no false positives) and recall (no misses)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Single interpretable number [0–1] for each module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Standard NLP evaluation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09  | 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Improvement from Mid-Semester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Significant progress across all dimensions since mid-semester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METRIC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Evaluation pairs: 4 → 10 (+5×)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Experience F1: 0.00 → 0.83 (fixed)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Education F1: 0.00 → 1.00 (fixed)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Spearman's ρ: 1.000 → 0.9429 (robust on larger set)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UI tabs: 3 → 4 (added Analytics)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Processing mode: Single only → Single + Batch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t>NEW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POST MID-SEM ADDITIONS: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Batch processing mode (up to 10)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Analytics dashboard + quality scoring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Configurable matching weights (sliders)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Explainability panel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Hard filters + confidence factor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Decision-driven email dispatch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Candidate ranking leaderboard (medals)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CSV export for batch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7171"/>
                </a:solidFill>
              </a:defRPr>
            </a:pPr>
            <a:r>
              <a:t>10  |  DRAWBACKS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Honest assessment of current system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Keyword-based only — no BERT/embedding semantic similarity yet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English language only — multi-language NER requires additional models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10 annotated pairs — meaningful but insufficient for publication-grade significance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Certification extraction F1 = 0.75 — niche formats missed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SMTP firewall issues — corporate networks block ports 587/465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Batch size cap (10) — enterprise scale needs async workers / job queue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 resume generation — only analysis and gap identification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8BFA"/>
                </a:solidFill>
              </a:defRPr>
            </a:pPr>
            <a:r>
              <a:t>11  | 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All 11 objectives achieved. System fully operational, tested, and evaluated.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KEY CONTRIBUTIONS: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Complete open-source NLP pipeline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Multi-modal input (PDF/DOCX/TXT/OCR)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Configurable matching + explainability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Bidirectional: recruiter + candidate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Decision-driven email notifications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Batch mode + analytics dashboard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F1 = 0.80 | ρ = 0.94 | Acc = 82%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100% local / privacy-preserving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FUTURE WORK: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BERT / Sentence-BERT semantic matching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50+ annotated resumes (multi-domain)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Multi-language support (Hindi, French, DE)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OAuth 2.0 for email authentication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Async processing (Celery/Redis)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Resume generation / rewriting suggestions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11/11 Objectives Achieved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12  |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Working 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Demonstrating: parse → match → gap → analytics → email (Streamlit at localhost:8501)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Step 1: Parse Resume (upload PDF/DOCX/TXT or paste text)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Step 2: Parse Job Description (upload or paste)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Step 3: Calculate Match Score → View decision + explainability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Step 4: Generate Gap Analysis → Download PDF / Send email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Step 5: Switch to Batch Mode → Upload 10 resumes → Leaderboard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Step 6: Analytics tab → Quality score (single) / Batch insights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Commands: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streamlit run ui/app.py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python evaluate.py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 pytest tests/ -v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94A3B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1719</Words>
  <Application>Microsoft Office PowerPoint</Application>
  <PresentationFormat>On-screen Show (4:3)</PresentationFormat>
  <Paragraphs>202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Soumik Basu</cp:lastModifiedBy>
  <cp:revision>3</cp:revision>
  <dcterms:created xsi:type="dcterms:W3CDTF">2013-01-27T09:14:16Z</dcterms:created>
  <dcterms:modified xsi:type="dcterms:W3CDTF">2026-05-02T15:08:16Z</dcterms:modified>
  <cp:category/>
</cp:coreProperties>
</file>